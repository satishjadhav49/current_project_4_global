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029E-6FF3-80C4-4A7E-745A47951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97DBB-2C28-172C-9FFE-752EF1A5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FDAEA-AA15-01A0-E3BE-0D753622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87AF7-96D6-1AE9-0E91-EE67CCB17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41E19-0310-9BF5-C666-AE5D4B5B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13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7EDE-83D3-5B1E-3DD6-5C079D66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96C40-59D1-9267-5C48-F91E396D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30C72-EA96-6462-738A-04EA33650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DA928-ABA9-CFD9-D6CE-894A1804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1650-83B3-DFB1-01D5-2872C94F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4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90AD4-270E-3523-0141-943FE8B5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A19AC-99E8-7511-7FFD-4AE5B5697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9D383-F4A6-F289-F383-69E4769B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22606-899F-BD2C-2D3C-F222315B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7D076-6581-B953-30FB-B365E4E6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9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ACFF-B231-5DD2-8015-02D28D927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7F904-44A0-4819-76FB-427077DE5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6CAEC-BF62-F5EE-0C1C-E935C9F6A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CE3F7-1BFF-DE4A-8C1A-9AA4A648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67CAF-0F94-F35D-6FC3-7FFB89941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36651-5293-1312-726F-1D0180D7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41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0B03-C09F-96B0-56BE-F67142C0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18015-7F0E-5B3C-B4E4-33DC08895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2DF9B-7B41-AC77-6BAF-4AB275844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25832D-555F-5C38-602B-A481E4939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57C35D-83B8-250C-950B-BCEFD5D84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8AEEDC-D958-4BD3-DF67-A7931DEF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344469-5A41-111B-E6DA-EB040646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49E739-C1C5-AB3F-00DD-EB5DC192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7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1ADF-FFAA-F76A-E3B3-35FA9B96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281CD-1C52-238F-33AD-8431D6160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58098-B633-8D33-F48B-16FBCBAC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31DED-5E54-29C9-B865-5B76829C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7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DE79FA-D983-FA1D-EDCC-642598E1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DBBA4-A6C2-61D6-5456-F33F1EB6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637A0-633F-10E8-F4F4-357AE8AC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7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E528-48A5-D48D-33F3-9C495672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BEFC-51A5-2719-DD82-5E7DC980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88BFA8-3C5C-BAE7-23F6-6951D5CF8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3119C-3CBF-DC7B-0AFA-0398AA0C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93BF0-C870-7DA7-7F9C-3A5F78190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F1725-7E72-36AB-EFD4-5D3921CD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219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A8B72-D082-8EAB-35DE-E86B46F3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055CA-208B-857C-14C4-26D4C03C152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09483-DD5D-8C8F-62EF-1C6A9E3CF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8BBA4-C82F-8D80-7372-C36AA31B6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ED6B1-D17D-4999-3BAD-D216A5FF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8E77E-A9E9-C7C1-3AAC-C43F363F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36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1ED9-29B6-1D0C-D1F4-8B16824A5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707DB-0F2D-34B5-E42D-79897D8DB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307E3-D764-6052-A7E2-6484B4AA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9A0CD-E7C8-E87F-B07D-C8F6A68C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9D115-10A8-A881-05DC-43A706D2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42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E0878-FE61-8C8A-7124-7C8D272A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36022-8F19-37FB-00B0-7C95D6D00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AB1CE-1614-5CC4-7361-4830AFF3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50C51-480D-0628-AF5D-773388784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4E548-9403-AE70-B5BA-1780C59F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3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57734-F2FB-BC32-52CB-E0607E14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36FF-599D-F2A4-FCEB-CDE4C329C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0EB4C-2680-C3A2-6195-6EB7FCDAC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E85F16-30D5-4033-9571-90B10D5DEB7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1276A-9A9E-C5FD-C170-C07E44BBC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C9A41-EDBF-7922-4F91-6D32F5D6A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2DCD22-8FC0-4102-B693-DEB4ACFDA4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72C58D-589D-2427-591D-648EE162FFBD}"/>
              </a:ext>
            </a:extLst>
          </p:cNvPr>
          <p:cNvSpPr/>
          <p:nvPr/>
        </p:nvSpPr>
        <p:spPr>
          <a:xfrm>
            <a:off x="338328" y="1417320"/>
            <a:ext cx="1847088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Selection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BD8492-CC10-A3FA-56A8-499F598F9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97378"/>
              </p:ext>
            </p:extLst>
          </p:nvPr>
        </p:nvGraphicFramePr>
        <p:xfrm>
          <a:off x="338328" y="2585042"/>
          <a:ext cx="11201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597">
                  <a:extLst>
                    <a:ext uri="{9D8B030D-6E8A-4147-A177-3AD203B41FA5}">
                      <a16:colId xmlns:a16="http://schemas.microsoft.com/office/drawing/2014/main" val="150210728"/>
                    </a:ext>
                  </a:extLst>
                </a:gridCol>
                <a:gridCol w="8272003">
                  <a:extLst>
                    <a:ext uri="{9D8B030D-6E8A-4147-A177-3AD203B41FA5}">
                      <a16:colId xmlns:a16="http://schemas.microsoft.com/office/drawing/2014/main" val="23399929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216304074"/>
                    </a:ext>
                  </a:extLst>
                </a:gridCol>
              </a:tblGrid>
              <a:tr h="354020">
                <a:tc>
                  <a:txBody>
                    <a:bodyPr/>
                    <a:lstStyle/>
                    <a:p>
                      <a:r>
                        <a:rPr lang="en-US" dirty="0" err="1"/>
                        <a:t>Sr.No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896078"/>
                  </a:ext>
                </a:extLst>
              </a:tr>
              <a:tr h="35402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Panoramic sunroof to headliner : 13-23 RH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/ Edit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17659"/>
                  </a:ext>
                </a:extLst>
              </a:tr>
              <a:tr h="35402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575959"/>
                  </a:ext>
                </a:extLst>
              </a:tr>
              <a:tr h="3540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3490"/>
                  </a:ext>
                </a:extLst>
              </a:tr>
              <a:tr h="3540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06638"/>
                  </a:ext>
                </a:extLst>
              </a:tr>
              <a:tr h="35402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57848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F9BD3EF-1727-796D-D2E1-E57FBFC3AA1D}"/>
              </a:ext>
            </a:extLst>
          </p:cNvPr>
          <p:cNvSpPr/>
          <p:nvPr/>
        </p:nvSpPr>
        <p:spPr>
          <a:xfrm>
            <a:off x="9543288" y="1399032"/>
            <a:ext cx="2343912" cy="3657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New Parameter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A816DF-4178-CD82-C864-FFCE2EDA6CB0}"/>
              </a:ext>
            </a:extLst>
          </p:cNvPr>
          <p:cNvSpPr txBox="1"/>
          <p:nvPr/>
        </p:nvSpPr>
        <p:spPr>
          <a:xfrm>
            <a:off x="82296" y="0"/>
            <a:ext cx="1210970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Mapping Master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275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E2124-E1BC-CEC7-CDCE-E17523DF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605E6-4A0B-D2E4-1C97-B3DD28199B72}"/>
              </a:ext>
            </a:extLst>
          </p:cNvPr>
          <p:cNvSpPr/>
          <p:nvPr/>
        </p:nvSpPr>
        <p:spPr>
          <a:xfrm>
            <a:off x="128016" y="91440"/>
            <a:ext cx="11896344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 Name – Input Field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C40D80-425A-B76D-6DFD-5D59A30FCBD2}"/>
              </a:ext>
            </a:extLst>
          </p:cNvPr>
          <p:cNvSpPr/>
          <p:nvPr/>
        </p:nvSpPr>
        <p:spPr>
          <a:xfrm>
            <a:off x="128016" y="832104"/>
            <a:ext cx="1481328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1D BIW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0454AC-A453-26CB-201E-8B2A2E458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550024"/>
              </p:ext>
            </p:extLst>
          </p:nvPr>
        </p:nvGraphicFramePr>
        <p:xfrm>
          <a:off x="128016" y="1752938"/>
          <a:ext cx="1189634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968">
                  <a:extLst>
                    <a:ext uri="{9D8B030D-6E8A-4147-A177-3AD203B41FA5}">
                      <a16:colId xmlns:a16="http://schemas.microsoft.com/office/drawing/2014/main" val="1051436639"/>
                    </a:ext>
                  </a:extLst>
                </a:gridCol>
                <a:gridCol w="2665480">
                  <a:extLst>
                    <a:ext uri="{9D8B030D-6E8A-4147-A177-3AD203B41FA5}">
                      <a16:colId xmlns:a16="http://schemas.microsoft.com/office/drawing/2014/main" val="2499190393"/>
                    </a:ext>
                  </a:extLst>
                </a:gridCol>
                <a:gridCol w="1982724">
                  <a:extLst>
                    <a:ext uri="{9D8B030D-6E8A-4147-A177-3AD203B41FA5}">
                      <a16:colId xmlns:a16="http://schemas.microsoft.com/office/drawing/2014/main" val="2010038464"/>
                    </a:ext>
                  </a:extLst>
                </a:gridCol>
                <a:gridCol w="2255842">
                  <a:extLst>
                    <a:ext uri="{9D8B030D-6E8A-4147-A177-3AD203B41FA5}">
                      <a16:colId xmlns:a16="http://schemas.microsoft.com/office/drawing/2014/main" val="3250074596"/>
                    </a:ext>
                  </a:extLst>
                </a:gridCol>
                <a:gridCol w="1709606">
                  <a:extLst>
                    <a:ext uri="{9D8B030D-6E8A-4147-A177-3AD203B41FA5}">
                      <a16:colId xmlns:a16="http://schemas.microsoft.com/office/drawing/2014/main" val="4243562516"/>
                    </a:ext>
                  </a:extLst>
                </a:gridCol>
                <a:gridCol w="1982724">
                  <a:extLst>
                    <a:ext uri="{9D8B030D-6E8A-4147-A177-3AD203B41FA5}">
                      <a16:colId xmlns:a16="http://schemas.microsoft.com/office/drawing/2014/main" val="3000979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Sr.No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Check Point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303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926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18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31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08378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6577105-C507-DD9E-69D3-F06BF0D5CDC8}"/>
              </a:ext>
            </a:extLst>
          </p:cNvPr>
          <p:cNvSpPr/>
          <p:nvPr/>
        </p:nvSpPr>
        <p:spPr>
          <a:xfrm>
            <a:off x="1917192" y="832104"/>
            <a:ext cx="1481328" cy="40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1D TCF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4CC23C-68C7-2041-B095-CA38F806431B}"/>
              </a:ext>
            </a:extLst>
          </p:cNvPr>
          <p:cNvSpPr/>
          <p:nvPr/>
        </p:nvSpPr>
        <p:spPr>
          <a:xfrm>
            <a:off x="3916680" y="832104"/>
            <a:ext cx="1481328" cy="40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Torque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95611-92D4-E7DC-F254-9FA7267DB3E6}"/>
              </a:ext>
            </a:extLst>
          </p:cNvPr>
          <p:cNvSpPr/>
          <p:nvPr/>
        </p:nvSpPr>
        <p:spPr>
          <a:xfrm>
            <a:off x="5733288" y="811106"/>
            <a:ext cx="1481328" cy="40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1CF3D-00DA-687E-4919-B469CE4022DF}"/>
              </a:ext>
            </a:extLst>
          </p:cNvPr>
          <p:cNvSpPr/>
          <p:nvPr/>
        </p:nvSpPr>
        <p:spPr>
          <a:xfrm>
            <a:off x="7732776" y="832104"/>
            <a:ext cx="1481328" cy="40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GD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25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87FE2-0D8B-9915-9916-9FB58BA6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78A24B-B1BF-10CE-69F3-ED527422945F}"/>
              </a:ext>
            </a:extLst>
          </p:cNvPr>
          <p:cNvSpPr/>
          <p:nvPr/>
        </p:nvSpPr>
        <p:spPr>
          <a:xfrm>
            <a:off x="7452360" y="521208"/>
            <a:ext cx="4739640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 Name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AFEDFA-B799-A5D0-46C6-9BC2E36B5E2C}"/>
              </a:ext>
            </a:extLst>
          </p:cNvPr>
          <p:cNvSpPr txBox="1"/>
          <p:nvPr/>
        </p:nvSpPr>
        <p:spPr>
          <a:xfrm>
            <a:off x="82296" y="0"/>
            <a:ext cx="1210970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Reports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BE3E5-34F0-8286-E862-01749FD82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85416"/>
            <a:ext cx="4151376" cy="16367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BC8BF4-7795-7BBB-644F-CA680B1EB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2185416"/>
            <a:ext cx="3315034" cy="16367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40641F-2C73-D3A1-5AE6-B118BE1A6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185416"/>
            <a:ext cx="4151376" cy="16367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83522A-890A-E5E5-EFC6-99B0430D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331208"/>
            <a:ext cx="4151376" cy="16367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A255F0-F678-6869-EC01-22B6E1279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4331208"/>
            <a:ext cx="3315034" cy="1636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DA93411-49CE-99CB-FB64-A36CA4BB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4331208"/>
            <a:ext cx="4151376" cy="163677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D6A33D-8568-0087-24A7-82EFA03A4870}"/>
              </a:ext>
            </a:extLst>
          </p:cNvPr>
          <p:cNvSpPr/>
          <p:nvPr/>
        </p:nvSpPr>
        <p:spPr>
          <a:xfrm>
            <a:off x="201168" y="1252728"/>
            <a:ext cx="1481328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 Chart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D8C486-6EEE-7ADE-342C-B5FBF5928B53}"/>
              </a:ext>
            </a:extLst>
          </p:cNvPr>
          <p:cNvSpPr/>
          <p:nvPr/>
        </p:nvSpPr>
        <p:spPr>
          <a:xfrm>
            <a:off x="2097024" y="1252728"/>
            <a:ext cx="1481328" cy="40233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Histogram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46F803-2E73-1852-EB24-7F033EEC5782}"/>
              </a:ext>
            </a:extLst>
          </p:cNvPr>
          <p:cNvSpPr/>
          <p:nvPr/>
        </p:nvSpPr>
        <p:spPr>
          <a:xfrm>
            <a:off x="82296" y="542544"/>
            <a:ext cx="3264408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Date Range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D27B51-D0F3-AB12-D629-93958808F52C}"/>
              </a:ext>
            </a:extLst>
          </p:cNvPr>
          <p:cNvSpPr/>
          <p:nvPr/>
        </p:nvSpPr>
        <p:spPr>
          <a:xfrm>
            <a:off x="3838956" y="521208"/>
            <a:ext cx="3264408" cy="402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670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57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SURYAWANSHI DNYANESHWAR-MIBS</dc:creator>
  <cp:lastModifiedBy>SURYAWANSHI DNYANESHWAR-MIBS</cp:lastModifiedBy>
  <cp:revision>9</cp:revision>
  <dcterms:created xsi:type="dcterms:W3CDTF">2026-10-12T04:25:48Z</dcterms:created>
  <dcterms:modified xsi:type="dcterms:W3CDTF">2026-10-12T09:18:03Z</dcterms:modified>
</cp:coreProperties>
</file>